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D4AF3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8B000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AI塔罗占卜平台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TarotQA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探索命运的奥秘 · AI 赋能的传统智慧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纯前端静态Web应用，无需后端服务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1280160"/>
          </a:xfrm>
          <a:prstGeom prst="rect">
            <a:avLst/>
          </a:prstGeom>
          <a:solidFill>
            <a:srgbClr val="F8F6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🎴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真实塔罗牌图片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78张精美塔罗牌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840480" cy="1280160"/>
          </a:xfrm>
          <a:prstGeom prst="rect">
            <a:avLst/>
          </a:prstGeom>
          <a:solidFill>
            <a:srgbClr val="F8F6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🔮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7607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AI深度解读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 API驱动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840480" cy="1280160"/>
          </a:xfrm>
          <a:prstGeom prst="rect">
            <a:avLst/>
          </a:prstGeom>
          <a:solidFill>
            <a:srgbClr val="F8F6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响应式设计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桌面/平板/手机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3840480" cy="1280160"/>
          </a:xfrm>
          <a:prstGeom prst="rect">
            <a:avLst/>
          </a:prstGeom>
          <a:solidFill>
            <a:srgbClr val="F8F6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07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无需注册登录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C9"/>
                </a:solidFill>
              </a:rPr>
              <a:t>v2.9  | 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张塔罗牌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</a:rPr>
              <a:t>完整的塔罗牌体系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大阿卡纳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9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Arcana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张经典塔罗牌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愚者 (0) → 世界 (21)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代表人生旅程的重大课题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45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小阿卡纳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9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 Arcana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张元素牌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权杖 · 圣杯 · 宝剑 · 金币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14 张 (A, 1-10, 王后/国王)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代表日常生活的细微变化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五大牌阵 · 占卜方式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11680" y="1508760"/>
            <a:ext cx="82296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508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单牌阵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6072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快速简单占卜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11680" y="2221992"/>
            <a:ext cx="82296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2221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157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三牌阵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过去/现在/未来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11680" y="2935224"/>
            <a:ext cx="82296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29352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871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爱情金字塔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60720" y="2907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情感专项分析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84448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11680" y="3648456"/>
            <a:ext cx="82296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364845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马蹄铁牌阵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0" y="36210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运势综合分析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011680" y="4361688"/>
            <a:ext cx="82296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0" y="43616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凯尔特十字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60720" y="4334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深度详细解读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深度解读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</a:rPr>
              <a:t>MiniMax 大模型驱动 · 专业的塔罗解读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01168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智能角色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根据问题类型匹配专业顾问角色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201168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结合牌阵位置和牌义综合解读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渲染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194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优雅的分段显示，支持加粗列表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2D1B4E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60秒冷却机制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防止滥用，确保每位用户都能获得及时的 AI 解读服务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097280"/>
          </a:xfrm>
          <a:prstGeom prst="rect">
            <a:avLst/>
          </a:prstGeom>
          <a:solidFill>
            <a:srgbClr val="F8F6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框架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097280"/>
          </a:xfrm>
          <a:prstGeom prst="rect">
            <a:avLst/>
          </a:prstGeom>
          <a:solidFill>
            <a:srgbClr val="F8F6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097280"/>
          </a:xfrm>
          <a:prstGeom prst="rect">
            <a:avLst/>
          </a:prstGeom>
          <a:solidFill>
            <a:srgbClr val="F8F6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651760" cy="1097280"/>
          </a:xfrm>
          <a:prstGeom prst="rect">
            <a:avLst/>
          </a:prstGeom>
          <a:solidFill>
            <a:srgbClr val="F8F6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样式方案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2651760" cy="1097280"/>
          </a:xfrm>
          <a:prstGeom prst="rect">
            <a:avLst/>
          </a:prstGeom>
          <a:solidFill>
            <a:srgbClr val="F8F6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markdown-it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渲染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51760" cy="1097280"/>
          </a:xfrm>
          <a:prstGeom prst="rect">
            <a:avLst/>
          </a:prstGeom>
          <a:solidFill>
            <a:srgbClr val="F8F6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DOMPurify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XSS 防护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纯前端静态部署 · 全球 CDN 加速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9C9"/>
                </a:solidFill>
              </a:rPr>
              <a:t>响应式设计 · 跨平台兼容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≥1024px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256032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平板端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768-1023px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2560320"/>
          </a:xfrm>
          <a:prstGeom prst="rect">
            <a:avLst/>
          </a:prstGeom>
          <a:solidFill>
            <a:srgbClr val="2D1B4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&lt;768px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9C9"/>
                </a:solidFill>
              </a:rPr>
              <a:t>顶部固定导航 · 优化的触摸区域 · 移除不必要的动画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F3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8B000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探索命运的指引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TarotQA - AI塔罗占卜平台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 · 无需注册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深度解读 · 专业塔罗分析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A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 78 张塔罗牌体系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tarotqa.com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AI塔罗占卜平台 TarotQA</dc:title>
  <dc:subject>PptxGenJS Presentation</dc:subject>
  <dc:creator>TarotQA</dc:creator>
  <cp:lastModifiedBy>TarotQA</cp:lastModifiedBy>
  <cp:revision>1</cp:revision>
  <dcterms:created xsi:type="dcterms:W3CDTF">2026-03-22T02:36:34Z</dcterms:created>
  <dcterms:modified xsi:type="dcterms:W3CDTF">2026-03-22T02:36:34Z</dcterms:modified>
</cp:coreProperties>
</file>